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veille-net-entreprises&amp;utm_content=testimonial" TargetMode="External"/><Relationship Id="rId4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veille-net-entreprises&amp;utm_content=testimonial" TargetMode="External"/><Relationship Id="rId5" Type="http://schemas.openxmlformats.org/officeDocument/2006/relationships/hyperlink" Target="https://www.ayming.fr/temoignages-clients/colruyt-securise-ses-couts-lies-aux-at-mp/?utm_source=slides-sales&amp;utm_medium=print&amp;utm_campaign=veille-net-entreprise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6713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286542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