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veille-net-entreprises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veille-net-entreprises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veille-net-entrepris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7663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096047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