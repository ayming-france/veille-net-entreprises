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hyperlink" Target="https://www.ayming.fr/temoignages-clients/stef-ameliore-pilotage-arret-travail-et-risques-professionnels/?utm_source=slides-sales&amp;utm_medium=print&amp;utm_campaign=veille-net-entreprises&amp;utm_content=testimonial" TargetMode="External"/><Relationship Id="rId4" Type="http://schemas.openxmlformats.org/officeDocument/2006/relationships/hyperlink" Target="https://www.ayming.fr/temoignages-clients/gemfos-reussi-a-reduire-les-accidents-du-travail-et-optimiser-la-gestion-des-absences/?utm_source=slides-sales&amp;utm_medium=print&amp;utm_campaign=veille-net-entreprises&amp;utm_content=testimonial" TargetMode="External"/><Relationship Id="rId5" Type="http://schemas.openxmlformats.org/officeDocument/2006/relationships/hyperlink" Target="https://www.ayming.fr/temoignages-clients/colruyt-securise-ses-couts-lies-aux-at-mp/?utm_source=slides-sales&amp;utm_medium=print&amp;utm_campaign=veille-net-entreprises&amp;utm_content=testimonial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258529" y="1526483"/>
            <a:ext cx="3608524" cy="445758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r:id="rId4"/>
          </p:cNvPr>
          <p:cNvSpPr/>
          <p:nvPr/>
        </p:nvSpPr>
        <p:spPr>
          <a:xfrm>
            <a:off x="4291585" y="1526483"/>
            <a:ext cx="3608524" cy="445758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>
            <a:hlinkClick r:id="rId5"/>
          </p:cNvPr>
          <p:cNvSpPr/>
          <p:nvPr/>
        </p:nvSpPr>
        <p:spPr>
          <a:xfrm>
            <a:off x="8324641" y="1526483"/>
            <a:ext cx="3608524" cy="445758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